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900"/>
              </a:lnSpc>
              <a:spcAft>
                <a:spcPts val="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Security reconnaissance was performed on zenithr.com. WhatWeb and Nikto were executed against the target URL.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4247" y="6492240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March 28,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Infrastructure &amp; WAF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900"/>
              </a:lnSpc>
              <a:spcAft>
                <a:spcPts val="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The target zenithr.com resolves to www.zenithr.com and is operating behind a **Cloudflare** Web Application Firewall (WAF).</a:t>
            </a:r>
            <a:br/>
            <a:br/>
            <a:r>
              <a:t>Technology Stack:</a:t>
            </a:r>
            <a:br/>
            <a:r>
              <a:t>- jQuery</a:t>
            </a:r>
            <a:br/>
            <a:r>
              <a:t>- OpenResty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4247" y="6492240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March 28,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Headers Detected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900"/>
              </a:lnSpc>
              <a:spcAft>
                <a:spcPts val="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  •  Strict-Transport-Security (HSTS):** Enabled, ensuring connections are forced over HTTPS.</a:t>
            </a:r>
            <a:br/>
            <a:r>
              <a:t>- **X-Frame-Options:** Set to SAMEORIGIN, protecting against clickjacking attacks.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4247" y="6492240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March 28,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Nikto Scan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900"/>
              </a:lnSpc>
              <a:spcAft>
                <a:spcPts val="4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The Nikto vulnerability scanner did not detect immediately exploitable local paths. The Cloudflare perimeter is actively routing and filtering malicious payloads, making direct enumeration difficult from an untrusted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4247" y="6492240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March 28,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